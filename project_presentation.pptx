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737"/>
  </p:normalViewPr>
  <p:slideViewPr>
    <p:cSldViewPr snapToGrid="0" snapToObjects="1">
      <p:cViewPr varScale="1">
        <p:scale>
          <a:sx n="85" d="100"/>
          <a:sy n="85" d="100"/>
        </p:scale>
        <p:origin x="4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Project: Regularization Findings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Case Study: Parkinson Disease Detection</a:t>
            </a:r>
          </a:p>
          <a:p>
            <a:r>
              <a:t>Regularization Strategy Comparison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79BAA-C53C-0920-7D3C-F413C33397D1}"/>
              </a:ext>
            </a:extLst>
          </p:cNvPr>
          <p:cNvSpPr txBox="1"/>
          <p:nvPr/>
        </p:nvSpPr>
        <p:spPr>
          <a:xfrm>
            <a:off x="3254973" y="5638800"/>
            <a:ext cx="2634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Anas Alsharif - 200722051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 &amp; Correlations</a:t>
            </a:r>
          </a:p>
        </p:txBody>
      </p:sp>
      <p:pic>
        <p:nvPicPr>
          <p:cNvPr id="3" name="Picture 2" descr="fig1_datase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4966"/>
            <a:ext cx="8229600" cy="260806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Baseline (No Regularization) - Overfitting Diagnostic</a:t>
            </a:r>
          </a:p>
        </p:txBody>
      </p:sp>
      <p:pic>
        <p:nvPicPr>
          <p:cNvPr id="3" name="Picture 2" descr="fig2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76137"/>
            <a:ext cx="8229600" cy="2465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L2 Regularization (Weight Decay) Performance</a:t>
            </a:r>
          </a:p>
        </p:txBody>
      </p:sp>
      <p:pic>
        <p:nvPicPr>
          <p:cNvPr id="3" name="Picture 2" descr="fig3_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6476"/>
            <a:ext cx="8229600" cy="2465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Dropout Ensemble Strategy Results</a:t>
            </a:r>
          </a:p>
        </p:txBody>
      </p:sp>
      <p:pic>
        <p:nvPicPr>
          <p:cNvPr id="3" name="Picture 2" descr="fig4_drop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6476"/>
            <a:ext cx="8229600" cy="2465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Early Stopping Optimization Trajectory</a:t>
            </a:r>
          </a:p>
        </p:txBody>
      </p:sp>
      <p:pic>
        <p:nvPicPr>
          <p:cNvPr id="3" name="Picture 2" descr="fig5_early_stop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6476"/>
            <a:ext cx="8229600" cy="2465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L1 Regularization &amp; Feature Sparsity Distribution</a:t>
            </a:r>
          </a:p>
        </p:txBody>
      </p:sp>
      <p:pic>
        <p:nvPicPr>
          <p:cNvPr id="3" name="Picture 2" descr="fig6_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96476"/>
            <a:ext cx="8229600" cy="2465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Grand Comparison: Best Strategy Selection</a:t>
            </a:r>
          </a:p>
        </p:txBody>
      </p:sp>
      <p:pic>
        <p:nvPicPr>
          <p:cNvPr id="3" name="Picture 2" descr="fig7_grand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583171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Overfitting was successfully diagnosed in the baseline.</a:t>
            </a:r>
          </a:p>
          <a:p>
            <a:pPr marL="0" indent="0">
              <a:buNone/>
            </a:pPr>
            <a:r>
              <a:rPr dirty="0"/>
              <a:t>• L2 and Early Stopping provided the most stable generalization.</a:t>
            </a:r>
          </a:p>
          <a:p>
            <a:pPr marL="0" indent="0">
              <a:buNone/>
            </a:pPr>
            <a:r>
              <a:rPr dirty="0"/>
              <a:t>• Dropout (p=0.3) achieved the highest overall test accuracy (97.4%).</a:t>
            </a:r>
          </a:p>
          <a:p>
            <a:pPr marL="0" indent="0">
              <a:buNone/>
            </a:pPr>
            <a:r>
              <a:rPr dirty="0"/>
              <a:t>• Repository is clean, documented, and reproducible.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106</Words>
  <Application>Microsoft Macintosh PowerPoint</Application>
  <PresentationFormat>On-screen Show (4:3)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Deep Learning Project: Regularization Findings</vt:lpstr>
      <vt:lpstr>Dataset Overview &amp; Correlations</vt:lpstr>
      <vt:lpstr>Baseline (No Regularization) - Overfitting Diagnostic</vt:lpstr>
      <vt:lpstr>L2 Regularization (Weight Decay) Performance</vt:lpstr>
      <vt:lpstr>Dropout Ensemble Strategy Results</vt:lpstr>
      <vt:lpstr>Early Stopping Optimization Trajectory</vt:lpstr>
      <vt:lpstr>L1 Regularization &amp; Feature Sparsity Distribution</vt:lpstr>
      <vt:lpstr>Grand Comparison: Best Strategy Selection</vt:lpstr>
      <vt:lpstr>Technical 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Anas Alsharif</cp:lastModifiedBy>
  <cp:revision>2</cp:revision>
  <dcterms:created xsi:type="dcterms:W3CDTF">2013-01-27T09:14:16Z</dcterms:created>
  <dcterms:modified xsi:type="dcterms:W3CDTF">2026-04-10T11:17:08Z</dcterms:modified>
  <cp:category/>
</cp:coreProperties>
</file>